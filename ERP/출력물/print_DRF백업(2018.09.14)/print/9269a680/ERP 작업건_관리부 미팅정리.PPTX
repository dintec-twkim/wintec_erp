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1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23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655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27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50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35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03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26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49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22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24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011F2-29C7-40EB-B135-4A94B14BE0B6}" type="datetimeFigureOut">
              <a:rPr lang="ko-KR" altLang="en-US" smtClean="0"/>
              <a:t>2015-06-05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D331D-95E1-4E75-AF76-FEAB07685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52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27" y="455125"/>
            <a:ext cx="11504762" cy="387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1706" y="4555816"/>
            <a:ext cx="5761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smtClean="0"/>
              <a:t>‘</a:t>
            </a:r>
            <a:r>
              <a:rPr lang="ko-KR" altLang="en-US" sz="1200" dirty="0" smtClean="0"/>
              <a:t>매입번호</a:t>
            </a:r>
            <a:r>
              <a:rPr lang="en-US" altLang="ko-KR" sz="1200" dirty="0" smtClean="0"/>
              <a:t>’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‘</a:t>
            </a:r>
            <a:r>
              <a:rPr lang="ko-KR" altLang="en-US" sz="1200" dirty="0" smtClean="0"/>
              <a:t>입고번호</a:t>
            </a:r>
            <a:r>
              <a:rPr lang="en-US" altLang="ko-KR" sz="1200" dirty="0" smtClean="0"/>
              <a:t>‘ FALSE </a:t>
            </a:r>
            <a:r>
              <a:rPr lang="ko-KR" altLang="en-US" sz="1200" dirty="0" smtClean="0"/>
              <a:t>처리하고</a:t>
            </a:r>
            <a:r>
              <a:rPr lang="en-US" altLang="ko-KR" sz="1200" dirty="0" smtClean="0"/>
              <a:t>, 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smtClean="0"/>
              <a:t>대신 </a:t>
            </a:r>
            <a:r>
              <a:rPr lang="en-US" altLang="ko-KR" sz="1200" dirty="0" smtClean="0"/>
              <a:t>‘</a:t>
            </a:r>
            <a:r>
              <a:rPr lang="ko-KR" altLang="en-US" sz="1200" dirty="0" smtClean="0"/>
              <a:t>단가</a:t>
            </a:r>
            <a:r>
              <a:rPr lang="en-US" altLang="ko-KR" sz="1200" dirty="0" smtClean="0"/>
              <a:t>’</a:t>
            </a:r>
            <a:r>
              <a:rPr lang="ko-KR" altLang="en-US" sz="1200" dirty="0" smtClean="0"/>
              <a:t>칼럼 앞에 </a:t>
            </a:r>
            <a:r>
              <a:rPr lang="en-US" altLang="ko-KR" sz="1200" b="1" dirty="0" smtClean="0">
                <a:solidFill>
                  <a:srgbClr val="0000CC"/>
                </a:solidFill>
              </a:rPr>
              <a:t>‘</a:t>
            </a:r>
            <a:r>
              <a:rPr lang="ko-KR" altLang="en-US" sz="1200" b="1" dirty="0" smtClean="0">
                <a:solidFill>
                  <a:srgbClr val="0000CC"/>
                </a:solidFill>
              </a:rPr>
              <a:t>기준단가</a:t>
            </a:r>
            <a:r>
              <a:rPr lang="en-US" altLang="ko-KR" sz="1200" b="1" dirty="0" smtClean="0">
                <a:solidFill>
                  <a:srgbClr val="0000CC"/>
                </a:solidFill>
              </a:rPr>
              <a:t>＇</a:t>
            </a:r>
            <a:r>
              <a:rPr lang="ko-KR" altLang="en-US" sz="1200" b="1" dirty="0" smtClean="0">
                <a:solidFill>
                  <a:srgbClr val="0000CC"/>
                </a:solidFill>
              </a:rPr>
              <a:t>및 </a:t>
            </a:r>
            <a:r>
              <a:rPr lang="en-US" altLang="ko-KR" sz="1200" b="1" dirty="0" smtClean="0">
                <a:solidFill>
                  <a:srgbClr val="0000CC"/>
                </a:solidFill>
              </a:rPr>
              <a:t>‘D/C</a:t>
            </a:r>
            <a:r>
              <a:rPr lang="ko-KR" altLang="en-US" sz="1200" b="1" dirty="0" smtClean="0">
                <a:solidFill>
                  <a:srgbClr val="0000CC"/>
                </a:solidFill>
              </a:rPr>
              <a:t>율</a:t>
            </a:r>
            <a:r>
              <a:rPr lang="en-US" altLang="ko-KR" sz="1200" dirty="0" smtClean="0"/>
              <a:t>’ </a:t>
            </a:r>
            <a:r>
              <a:rPr lang="ko-KR" altLang="en-US" sz="1200" dirty="0" smtClean="0"/>
              <a:t>칼럼 추가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김기현주임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9808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2381" cy="54380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442" y="5535200"/>
            <a:ext cx="10398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smtClean="0"/>
              <a:t>매출등록의 출고기간의 기본을 </a:t>
            </a:r>
            <a:r>
              <a:rPr lang="en-US" altLang="ko-KR" sz="1200" dirty="0" smtClean="0"/>
              <a:t>3</a:t>
            </a:r>
            <a:r>
              <a:rPr lang="ko-KR" altLang="en-US" sz="1200" dirty="0" smtClean="0"/>
              <a:t>개월로 적용</a:t>
            </a:r>
            <a:endParaRPr lang="en-US" altLang="ko-KR" sz="1200" dirty="0" smtClean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smtClean="0"/>
              <a:t>김과장의 </a:t>
            </a:r>
            <a:r>
              <a:rPr lang="en-US" altLang="ko-KR" sz="1200" dirty="0" smtClean="0"/>
              <a:t>FREIGHT CHARGE </a:t>
            </a:r>
            <a:r>
              <a:rPr lang="ko-KR" altLang="en-US" sz="1200" dirty="0" smtClean="0"/>
              <a:t>기본 </a:t>
            </a:r>
            <a:r>
              <a:rPr lang="en-US" altLang="ko-KR" sz="1200" dirty="0" smtClean="0"/>
              <a:t>INSERT </a:t>
            </a:r>
            <a:r>
              <a:rPr lang="ko-KR" altLang="en-US" sz="1200" dirty="0" smtClean="0"/>
              <a:t>작업이 완료되면</a:t>
            </a:r>
            <a:r>
              <a:rPr lang="en-US" altLang="ko-KR" sz="1200" dirty="0" smtClean="0"/>
              <a:t>,  (</a:t>
            </a:r>
            <a:r>
              <a:rPr lang="ko-KR" altLang="en-US" sz="1200" dirty="0" smtClean="0"/>
              <a:t>김도영과장</a:t>
            </a:r>
            <a:r>
              <a:rPr lang="en-US" altLang="ko-KR" sz="12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 smtClean="0"/>
              <a:t>물류비</a:t>
            </a:r>
            <a:r>
              <a:rPr lang="ko-KR" altLang="en-US" sz="1200" dirty="0" smtClean="0"/>
              <a:t> 부분이 선택한 출하번호의 </a:t>
            </a:r>
            <a:r>
              <a:rPr lang="en-US" altLang="ko-KR" sz="1200" dirty="0" smtClean="0"/>
              <a:t>FREIGHT CHARGE</a:t>
            </a:r>
            <a:r>
              <a:rPr lang="ko-KR" altLang="en-US" sz="1200" dirty="0" smtClean="0"/>
              <a:t>를 자동적으로 </a:t>
            </a:r>
            <a:r>
              <a:rPr lang="en-US" altLang="ko-KR" sz="1200" dirty="0" smtClean="0"/>
              <a:t>MAPPING </a:t>
            </a:r>
            <a:r>
              <a:rPr lang="ko-KR" altLang="en-US" sz="1200" dirty="0" smtClean="0"/>
              <a:t>할 수 있도록 </a:t>
            </a:r>
            <a:r>
              <a:rPr lang="ko-KR" altLang="en-US" sz="1200" dirty="0" err="1" smtClean="0"/>
              <a:t>커스터마이징</a:t>
            </a:r>
            <a:r>
              <a:rPr lang="ko-KR" altLang="en-US" sz="1200" dirty="0" smtClean="0"/>
              <a:t> 필요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김기현주임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8329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51" y="107989"/>
            <a:ext cx="10075313" cy="64377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0977" y="2702988"/>
            <a:ext cx="6829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 smtClean="0"/>
              <a:t>선수금 정리에서 거래구분을 </a:t>
            </a:r>
            <a:r>
              <a:rPr lang="en-US" altLang="ko-KR" sz="1200" dirty="0" smtClean="0"/>
              <a:t>‘</a:t>
            </a:r>
            <a:r>
              <a:rPr lang="ko-KR" altLang="en-US" sz="1200" dirty="0" smtClean="0"/>
              <a:t>해외</a:t>
            </a:r>
            <a:r>
              <a:rPr lang="en-US" altLang="ko-KR" sz="1200" dirty="0" smtClean="0"/>
              <a:t>＇</a:t>
            </a:r>
            <a:r>
              <a:rPr lang="ko-KR" altLang="en-US" sz="1200" dirty="0" smtClean="0"/>
              <a:t>로  확장될 수 있도록 </a:t>
            </a:r>
            <a:r>
              <a:rPr lang="ko-KR" altLang="en-US" sz="1200" dirty="0" err="1" smtClean="0"/>
              <a:t>커스터마이징</a:t>
            </a:r>
            <a:r>
              <a:rPr lang="ko-KR" altLang="en-US" sz="1200" dirty="0" smtClean="0"/>
              <a:t> 필요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김기현주임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4555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819"/>
            <a:ext cx="12088409" cy="3126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3546" y="3754953"/>
            <a:ext cx="82781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smtClean="0"/>
              <a:t>‘</a:t>
            </a:r>
            <a:r>
              <a:rPr lang="ko-KR" altLang="en-US" sz="1200" dirty="0" smtClean="0"/>
              <a:t>계산서출력</a:t>
            </a:r>
            <a:r>
              <a:rPr lang="en-US" altLang="ko-KR" sz="1200" dirty="0" smtClean="0"/>
              <a:t>’</a:t>
            </a:r>
            <a:r>
              <a:rPr lang="ko-KR" altLang="en-US" sz="1200" dirty="0" smtClean="0"/>
              <a:t>을 </a:t>
            </a:r>
            <a:r>
              <a:rPr lang="en-US" altLang="ko-KR" sz="1200" dirty="0" smtClean="0"/>
              <a:t>INVOICE</a:t>
            </a:r>
            <a:r>
              <a:rPr lang="ko-KR" altLang="en-US" sz="1200" dirty="0" smtClean="0"/>
              <a:t>로 변경</a:t>
            </a:r>
            <a:endParaRPr lang="en-US" altLang="ko-KR" sz="1200" dirty="0" smtClean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smtClean="0"/>
              <a:t>출력옵션은 관리부의 의견 수렴하여 다양한 출력 </a:t>
            </a:r>
            <a:r>
              <a:rPr lang="en-US" altLang="ko-KR" sz="1200" dirty="0" smtClean="0"/>
              <a:t>OPTION </a:t>
            </a:r>
            <a:r>
              <a:rPr lang="ko-KR" altLang="en-US" sz="1200" dirty="0" smtClean="0"/>
              <a:t>추가 예정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추후 통보 예</a:t>
            </a:r>
            <a:r>
              <a:rPr lang="en-US" altLang="ko-KR" sz="1200" dirty="0" smtClean="0"/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smtClean="0"/>
              <a:t>거래명세표와 미결전표 처리 사이에 </a:t>
            </a:r>
            <a:r>
              <a:rPr lang="en-US" altLang="ko-KR" sz="1200" dirty="0" smtClean="0"/>
              <a:t>‘</a:t>
            </a:r>
            <a:r>
              <a:rPr lang="ko-KR" altLang="en-US" sz="1200" dirty="0" smtClean="0"/>
              <a:t>전표출력</a:t>
            </a:r>
            <a:r>
              <a:rPr lang="en-US" altLang="ko-KR" sz="1200" dirty="0" smtClean="0"/>
              <a:t>‘ </a:t>
            </a:r>
            <a:r>
              <a:rPr lang="ko-KR" altLang="en-US" sz="1200" dirty="0" smtClean="0"/>
              <a:t>아이콘 추가</a:t>
            </a:r>
            <a:endParaRPr lang="en-US" altLang="ko-KR" sz="1200" dirty="0" smtClean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smtClean="0"/>
              <a:t>‘</a:t>
            </a:r>
            <a:r>
              <a:rPr lang="ko-KR" altLang="en-US" sz="1200" dirty="0" smtClean="0"/>
              <a:t>전표출력</a:t>
            </a:r>
            <a:r>
              <a:rPr lang="en-US" altLang="ko-KR" sz="1200" dirty="0" smtClean="0"/>
              <a:t>’ </a:t>
            </a:r>
            <a:r>
              <a:rPr lang="ko-KR" altLang="en-US" sz="1200" dirty="0" smtClean="0"/>
              <a:t>클릭하면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현재의 대금청구 </a:t>
            </a:r>
            <a:r>
              <a:rPr lang="en-US" altLang="ko-KR" sz="1200" dirty="0" smtClean="0"/>
              <a:t>COVER PAGE</a:t>
            </a:r>
            <a:r>
              <a:rPr lang="ko-KR" altLang="en-US" sz="1200" dirty="0" smtClean="0"/>
              <a:t>와 품의서가 </a:t>
            </a:r>
            <a:r>
              <a:rPr lang="en-US" altLang="ko-KR" sz="1200" dirty="0" smtClean="0"/>
              <a:t>COMBINE</a:t>
            </a:r>
            <a:r>
              <a:rPr lang="ko-KR" altLang="en-US" sz="1200" dirty="0" smtClean="0"/>
              <a:t>된 출력양식 프린트 </a:t>
            </a:r>
            <a:endParaRPr lang="en-US" altLang="ko-KR" sz="1200" dirty="0" smtClean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smtClean="0"/>
              <a:t>해당 양식의 디자인은 김하나씨가 디자인 해주고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전표번호를 기준으로 데이터 베이스 당겨오는 작업은 김기현주임이 담당해 주세요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김하나씨 디자인 초안은 관리부 조현민대리를 통해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차 </a:t>
            </a:r>
            <a:r>
              <a:rPr lang="en-US" altLang="ko-KR" sz="1200" dirty="0" smtClean="0"/>
              <a:t>REVIEW </a:t>
            </a:r>
            <a:r>
              <a:rPr lang="ko-KR" altLang="en-US" sz="1200" dirty="0" smtClean="0"/>
              <a:t>부탁합니다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smtClean="0"/>
              <a:t>매출관리 상단에 있는 프린터 아이콘은 </a:t>
            </a:r>
            <a:endParaRPr lang="en-US" altLang="ko-KR" sz="1200" dirty="0" smtClean="0"/>
          </a:p>
          <a:p>
            <a:pPr>
              <a:lnSpc>
                <a:spcPct val="150000"/>
              </a:lnSpc>
            </a:pPr>
            <a:r>
              <a:rPr lang="ko-KR" altLang="en-US" sz="1200" dirty="0" smtClean="0"/>
              <a:t>여러 개의 매출번호를 선택하여 출력할 경우 선택한 전표 </a:t>
            </a:r>
            <a:r>
              <a:rPr lang="en-US" altLang="ko-KR" sz="1200" dirty="0" smtClean="0"/>
              <a:t>LIST</a:t>
            </a:r>
            <a:r>
              <a:rPr lang="ko-KR" altLang="en-US" sz="1200" dirty="0" smtClean="0"/>
              <a:t>를  </a:t>
            </a:r>
            <a:r>
              <a:rPr lang="en-US" altLang="ko-KR" sz="1200" dirty="0" smtClean="0"/>
              <a:t>SUMMARY</a:t>
            </a:r>
            <a:r>
              <a:rPr lang="ko-KR" altLang="en-US" sz="1200" dirty="0" smtClean="0"/>
              <a:t>출력하는 용도로 사용할 예정임</a:t>
            </a:r>
            <a:r>
              <a:rPr lang="en-US" altLang="ko-KR" sz="1200" dirty="0" smtClean="0"/>
              <a:t>. (</a:t>
            </a:r>
            <a:r>
              <a:rPr lang="ko-KR" altLang="en-US" sz="1200" dirty="0" smtClean="0"/>
              <a:t>상세 출력물 양식은 관리부와 협의 후 추후 통보하겠습니다</a:t>
            </a:r>
            <a:r>
              <a:rPr lang="en-US" altLang="ko-KR" sz="1200" dirty="0" smtClean="0"/>
              <a:t>.)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6365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182</Words>
  <Application>Microsoft Office PowerPoint</Application>
  <PresentationFormat>와이드스크린</PresentationFormat>
  <Paragraphs>13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Jace</dc:creator>
  <cp:lastModifiedBy>Jace</cp:lastModifiedBy>
  <cp:revision>4</cp:revision>
  <dcterms:created xsi:type="dcterms:W3CDTF">2015-06-05T01:30:52Z</dcterms:created>
  <dcterms:modified xsi:type="dcterms:W3CDTF">2015-06-05T02:27:58Z</dcterms:modified>
</cp:coreProperties>
</file>